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Cold Chain Storage System (IoT)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Vaccine &amp; Food Safety Monitoring</a:t>
            </a:r>
          </a:p>
          <a:p>
            <a:r>
              <a:t>Name: [Your Name]</a:t>
            </a:r>
          </a:p>
          <a:p>
            <a:r>
              <a:t>Course: IoT Systems</a:t>
            </a:r>
          </a:p>
          <a:p>
            <a:r>
              <a:t>Date: 12-01-2022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</a:t>
            </a:r>
          </a:p>
          <a:p>
            <a:r>
              <a:t>- Vaccines and perishable food spoil if temperatures fluctuate.</a:t>
            </a:r>
          </a:p>
          <a:p>
            <a:r>
              <a:t>- Manual monitoring is slow, prone to error, and expensive.</a:t>
            </a:r>
          </a:p>
          <a:p>
            <a:r>
              <a:t>- Power failures can destroy millions in inventory.</a:t>
            </a:r>
          </a:p>
          <a:p/>
          <a:p>
            <a:r>
              <a:t>The Goal:</a:t>
            </a:r>
          </a:p>
          <a:p>
            <a:r>
              <a:t>- Automate monitoring using IoT sensors (MQTT).</a:t>
            </a:r>
          </a:p>
          <a:p>
            <a:r>
              <a:t>- Provide real-time 'Critical Alarms' with audio feedback.</a:t>
            </a:r>
          </a:p>
          <a:p>
            <a:r>
              <a:t>- Ensure data persistence (SQLite) for safety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Block Diagram Here]</a:t>
            </a:r>
          </a:p>
          <a:p/>
          <a:p>
            <a:r>
              <a:t>Architecture Flow:</a:t>
            </a:r>
          </a:p>
          <a:p>
            <a:r>
              <a:t>1. Producers (Edge): Emulators for Vaccine/Food Units &amp; Power.</a:t>
            </a:r>
          </a:p>
          <a:p>
            <a:r>
              <a:t>2. Broker (Transport): HiveMQ / Local MQTT Broker.</a:t>
            </a:r>
          </a:p>
          <a:p>
            <a:r>
              <a:t>3. Consumer (Brain): Manager.py processes logic &amp; alarms.</a:t>
            </a:r>
          </a:p>
          <a:p>
            <a:r>
              <a:t>4. Storage (Persistence): Local SQLite Database.</a:t>
            </a:r>
          </a:p>
          <a:p>
            <a:r>
              <a:t>5. Interface (UI): PyQt5 GUI for real-time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Concept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Protocol: MQTT</a:t>
            </a:r>
          </a:p>
          <a:p>
            <a:r>
              <a:t>- Chosen for lightweight, real-time, decoupled communication.</a:t>
            </a:r>
          </a:p>
          <a:p/>
          <a:p>
            <a:r>
              <a:t>Tech Stack:</a:t>
            </a:r>
          </a:p>
          <a:p>
            <a:r>
              <a:t>- Language: Python 3</a:t>
            </a:r>
          </a:p>
          <a:p>
            <a:r>
              <a:t>- Connectivity: paho-mqtt</a:t>
            </a:r>
          </a:p>
          <a:p>
            <a:r>
              <a:t>- GUI: PyQt5</a:t>
            </a:r>
          </a:p>
          <a:p>
            <a:r>
              <a:t>- Database: sqlite3</a:t>
            </a:r>
          </a:p>
          <a:p>
            <a:r>
              <a:t>- Alerts: winsound (Audio Feedback)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Modules: The Emulators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Simulating a distributed warehouse environment:</a:t>
            </a:r>
          </a:p>
          <a:p/>
          <a:p>
            <a:r>
              <a:t>1. Vaccine_Unit (Target -20°C): Critical threshold monitoring.</a:t>
            </a:r>
          </a:p>
          <a:p>
            <a:r>
              <a:t>2. Food_Unit (Target 4°C): Standard cold storage.</a:t>
            </a:r>
          </a:p>
          <a:p>
            <a:r>
              <a:t>3. Main_Power (kW): Monitors infrastructure health.</a:t>
            </a:r>
          </a:p>
          <a:p>
            <a:r>
              <a:t>4. Backup_Cooler: Actuator that triggers automatically on alarm.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Modules: Manager &amp;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Manager (Manager.py):</a:t>
            </a:r>
          </a:p>
          <a:p>
            <a:r>
              <a:t>- Subscribes to topic 'pr/Smart/#' (Wildcard).</a:t>
            </a:r>
          </a:p>
          <a:p>
            <a:r>
              <a:t>- Analyzes incoming payloads against safety rules.</a:t>
            </a:r>
          </a:p>
          <a:p>
            <a:r>
              <a:t>- Publishes commands (e.g., turn ON backup).</a:t>
            </a:r>
          </a:p>
          <a:p/>
          <a:p>
            <a:r>
              <a:t>The Database (SQLite):</a:t>
            </a:r>
          </a:p>
          <a:p>
            <a:r>
              <a:t>- Tables: 'iot_devices' (State) and 'data' (History).</a:t>
            </a:r>
          </a:p>
          <a:p>
            <a:r>
              <a:t>- Stores timestamp, device_ID, and value for auditing.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1: Critical Alarm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Vaccine Unit fails, Temp rises &gt; -15°C</a:t>
            </a:r>
          </a:p>
          <a:p/>
          <a:p>
            <a:r>
              <a:t>The Automated Flow:</a:t>
            </a:r>
          </a:p>
          <a:p>
            <a:r>
              <a:t>1. Sensor publishes high temp (-14°C).</a:t>
            </a:r>
          </a:p>
          <a:p>
            <a:r>
              <a:t>2. Manager detects violation -&gt; Publishes 'CRITICAL ALARM'.</a:t>
            </a:r>
          </a:p>
          <a:p>
            <a:r>
              <a:t>3. Manager sends 'ON' command to Backup Cooler.</a:t>
            </a:r>
          </a:p>
          <a:p>
            <a:r>
              <a:t>4. GUI receives Alarm -&gt; Plays Sound -&gt; Flashes Warning.</a:t>
            </a:r>
          </a:p>
          <a:p>
            <a:r>
              <a:t>5. Backup Cooler activates to restore safety.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2: Power Failure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Main Power drops below 0.1 kW</a:t>
            </a:r>
          </a:p>
          <a:p/>
          <a:p>
            <a:r>
              <a:t>The Infrastructure Flow:</a:t>
            </a:r>
          </a:p>
          <a:p>
            <a:r>
              <a:t>1. Meter Emulator reports 0.0 kW.</a:t>
            </a:r>
          </a:p>
          <a:p>
            <a:r>
              <a:t>2. Manager identifies total power loss.</a:t>
            </a:r>
          </a:p>
          <a:p>
            <a:r>
              <a:t>3. Manager triggers 'POWER FAILURE ALARM'.</a:t>
            </a:r>
          </a:p>
          <a:p>
            <a:r>
              <a:t>4. System alerts operators immediately via Audio to check generators.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Video or Switch to Live App]</a:t>
            </a:r>
          </a:p>
          <a:p/>
          <a:p>
            <a:r>
              <a:t>Demonstration Checklist:</a:t>
            </a:r>
          </a:p>
          <a:p>
            <a:r>
              <a:t>- Launching the System (Batch file).</a:t>
            </a:r>
          </a:p>
          <a:p>
            <a:r>
              <a:t>- Nominal Operation (Green Status).</a:t>
            </a:r>
          </a:p>
          <a:p>
            <a:r>
              <a:t>- Manual Trigger: Forcing Vaccine Unit Temp UP.</a:t>
            </a:r>
          </a:p>
          <a:p>
            <a:r>
              <a:t>- Hearing the Alarm Sound.</a:t>
            </a:r>
          </a:p>
          <a:p>
            <a:r>
              <a:t>- Seeing the Backup Cooler Activate.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IoT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Topic: Solved unmonitored cold storage risks.</a:t>
            </a:r>
          </a:p>
          <a:p/>
          <a:p>
            <a:r>
              <a:t>IoT Broker Usage:</a:t>
            </a:r>
          </a:p>
          <a:p>
            <a:r>
              <a:t>- Central message bus decoupling sensors from the dashboard.</a:t>
            </a:r>
          </a:p>
          <a:p>
            <a:r>
              <a:t>- Allowed for independent scaling of sensors.</a:t>
            </a:r>
          </a:p>
          <a:p/>
          <a:p>
            <a:r>
              <a:t>Device/Protocol Usage:</a:t>
            </a:r>
          </a:p>
          <a:p>
            <a:r>
              <a:t>- Emulated edge devices with independent logic.</a:t>
            </a:r>
          </a:p>
          <a:p>
            <a:r>
              <a:t>- Utilized MQTT Topics (pr/Smart/...) for efficient filtering.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1. Real-time alerts significantly reduce reaction time.</a:t>
            </a:r>
          </a:p>
          <a:p>
            <a:r>
              <a:t>2. Local database ensures data ownership and reliability.</a:t>
            </a:r>
          </a:p>
          <a:p>
            <a:r>
              <a:t>3. Modular architecture allows easy addition of new zones.</a:t>
            </a:r>
          </a:p>
          <a:p/>
          <a:p>
            <a:r>
              <a:t>Future Improvements:</a:t>
            </a:r>
          </a:p>
          <a:p>
            <a:r>
              <a:t>- Cloud integration for remote mobile alerts.</a:t>
            </a:r>
          </a:p>
          <a:p>
            <a:r>
              <a:t>- Predictive maintenance using ML on the SQLite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 &amp;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- Eclipse Paho MQTT Documentation</a:t>
            </a:r>
          </a:p>
          <a:p>
            <a:r>
              <a:t>- PyQt5 Reference Guide</a:t>
            </a:r>
          </a:p>
          <a:p>
            <a:r>
              <a:t>- Course Lectures (IoT Protocols)</a:t>
            </a:r>
          </a:p>
          <a:p/>
          <a:p>
            <a:r>
              <a:t>Appendix:</a:t>
            </a:r>
          </a:p>
          <a:p>
            <a:r>
              <a:t>- Link to GitHub Repository: [Insert Link]</a:t>
            </a:r>
          </a:p>
          <a:p>
            <a:r>
              <a:t>- Full Source Code attached in Moodle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